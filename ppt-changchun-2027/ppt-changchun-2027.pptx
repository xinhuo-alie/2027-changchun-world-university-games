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这不是一张只供浏览的赛事地图。我们把 2027 大冬会的场馆放进一本可以翻开的长春冰雪手册，让游客先拥有自己的角色，再沿着地图亲自抵达目的地。整段体验从“看见城市”变为“走进城市”。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体验分成四步。第一次进入，可以直接使用预设角色试玩，也可以制作自己的冰雪分身。角色进入地图后，游客选择一座场馆或景点，等角色真正抵达，地点手记才会展开。场馆还有小游戏，成绩和奖章让人愿意再挑战一次。这个顺序让每一步都有期待，也让项目有了一条清楚的叙事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角色是游客进入手册的入口。没有照片和图像生成密钥，也能用预设角色直接开始；想更有参与感的人，可以挑选运动、服装和造型细节，主动生成专属形象。生成图仍使用纯色背景，以便把人物提取出来，让同一个角色自然出现在地图中。两条路径最终汇合到同一趟游览，不会挡住首次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图以赛事场馆为主线，包含十座竞赛场馆，并延伸到六处城市景点。游客点击目的地后，角色先移动，再打开地点手记；到达之前，介绍和访问统计都不会提前触发。这里的地图是冰雪主题城市示意图，重在呈现地点之间的探索关系，不承担实际导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游戏不是同一套操作反复换皮。速滑偏向踩拍节奏，冰壶要观察力度和路线，冰球是射门判断；雪道、越野和空中技巧又分别考验避障、配速与姿态。门神扑救和知识问答作为加练，改变了操作节奏。玩家可以重试、刷新个人最佳成绩，并收集场馆奖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角色完成一次地点到达，服务器才记录一次虚拟游览。独立的大屏页面与地图共享这份统计，并通过实时推送看到地点被点亮。个人探索进度保存在浏览器，场馆访问次数保存在服务端，两种数据有不同用途。这里的数字代表项目内的虚拟到达，不等同于真实景区客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项目沿用 Node.js、原生 JavaScript 和 Canvas，没有为了做交互引入大型前端框架。直接试玩不需要照片，也不需要图像生成 API。只有游客主动创建专属角色时，才会调用选定的图像服务；密钥留在本机配置。这样的结构方便本地演示，也给后续部署留下了扩展空间。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最后再回到这本手册：大冬会场馆是主线，长春的景点延长了旅程；角色、地点手记、小游戏和奖章让每个地点都有参与方式。我们的目标是让游客愿意翻开第一页，也愿意为了新的发现再次回来。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vld5cx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0yz23zc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0nt47h9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b8_k_il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jdhy35c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f78d44_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41xbzq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wzjqu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